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 Meeting Prep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Status  ·  Doug Farewell  ·  Quarterly Priorities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13, 2026  ·  Katch Cloud Engineering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286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261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Doug's Legacy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996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closed tickets, 10 open for handover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56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Velocity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0939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breach impact, what's actually moved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Assignments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8833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underway, what's blocked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44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Priorities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2826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Levy · Orders Experience · Refills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639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&amp; Grouping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8770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unassigned items, grouping opportunities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233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4714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decisions for Monday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· Katch Cloud Engineering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Doug's Legacy — Orders Frontend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286000" cy="10058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Closed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286000" cy="10058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286000" cy="10058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3504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Tenure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table, routing, CRUD, scheduling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pricing, invoicing, charts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exports, internal notes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comparison charts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side panel &amp; orders list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 forms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UI + scheduling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 system for orders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solidFill>
            <a:srgbClr val="2D3A8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tickets need reassignment — lease decoupling (#4526) needs special discussion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· Katch Cloud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3 Velocity — NS Breach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solidFill>
            <a:srgbClr val="3B151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lost to NS breach recovery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12 of 14 closed items were reactive incident work (all Rob)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737360" cy="10972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Closed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(since Apr 3)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1737360" cy="10972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74320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Rob's Reactive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Fixes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1737360" cy="10972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Sprint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Completed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828800"/>
            <a:ext cx="1737360" cy="10972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6656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Comparison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items closed in 2 weeks (13 in final week alone)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a 1-week sprint for planned work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scope freeze approaching with zero goal progress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· Katch Cloud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Load &amp; Current Assignments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548640"/>
                <a:gridCol w="438912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This Sprint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FL-5, FL-6, NS audit, breach cleanup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order updates, bug fixes, chores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 frontend (blocked), Orders UX tickets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need reassignment before departure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99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FL-1 to FL-4 blockers + 28 design tickets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triage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solidFill>
            <a:srgbClr val="2D3A80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4023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has 53 open issues — sustainable is ~22 SP/sprint. Millicent has capacity to absorb FL backend tickets. Bea's 12 sprint items need trimming to 3–4 realistic targets.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· Katch Cloud Engineering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Priorities — Status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5156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61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Surcharge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280160"/>
            <a:ext cx="118872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280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tickets total. FL-1 to FL-4 (backend foundation) are unassigned and block everything. Rob's FL-5/FL-6 and all of Bea's frontend work are waiting.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FL-1 to FL-3 to Millicent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7680960" cy="105156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2316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96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Experience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0" y="2514600"/>
            <a:ext cx="118872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5146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 built the core (47 tickets). Bea owns the epic. 28 new design-feedback tickets in backlog need triage. 3 new sub-epics created for UX improvements.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1546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design-feedback batch — pick 3–5 for Sprint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65760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Refills in Cloud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49440" y="3749040"/>
            <a:ext cx="118872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3749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sub-tickets under NS Epic 1. Discovery (#4309) sitting since Sprint 1. Depends on NS Epic 0 Foundation which is also still open.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to complete NS-1.1 discovery this sprint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· Katch Cloud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Backlog — 48 Unassigned Items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groupings identified for batch triage: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377440" cy="12344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3774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72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591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Feedback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epics: Rentals List, Rental Form, Order Detail. All from design review.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377440" cy="12344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63040"/>
            <a:ext cx="23774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72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1591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Audit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rotation tasks (#4536-4539). Half-day focused effort.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377440" cy="12344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463040"/>
            <a:ext cx="23774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572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591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Levy 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FL-1 to FL-4 — critical blockers. Assign to Millicent.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926080"/>
            <a:ext cx="2377440" cy="12344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926080"/>
            <a:ext cx="2377440" cy="36576"/>
          </a:xfrm>
          <a:prstGeom prst="rect">
            <a:avLst/>
          </a:prstGeom>
          <a:solidFill>
            <a:srgbClr val="8E99B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054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Cleanup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SSID Bank, Sigfox refs, consolidate tenant. Tech debt day.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926080"/>
            <a:ext cx="2377440" cy="12344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926080"/>
            <a:ext cx="23774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023360" y="3054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 11s, assets query. Pair programming session.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377440" cy="12344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26080"/>
            <a:ext cx="2377440" cy="36576"/>
          </a:xfrm>
          <a:prstGeom prst="rect">
            <a:avLst/>
          </a:prstGeom>
          <a:solidFill>
            <a:srgbClr val="8E99B8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75120" y="3054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Misc: cutoff time, unschedule endpoint, billing backpopulate.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· Katch Cloud Engineering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 Handover — Monday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25296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252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00200" y="118872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10 open tickets are documented for Bea to pick 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28216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282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on #4526 (lease decoupling) — architecturally complex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31136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3113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219456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Rainforest QA test access and credentials documented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734056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340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6974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recordings confirmed in SharePoint → Development → Recordings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236976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369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320040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tribal knowledge about Orders frontend state management?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739896"/>
            <a:ext cx="640080" cy="256032"/>
          </a:xfrm>
          <a:prstGeom prst="rect">
            <a:avLst/>
          </a:prstGeom>
          <a:solidFill>
            <a:srgbClr val="8E99B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398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370332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Rainforest QA tickets (#4473-4475) into single effort for Bea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242816"/>
            <a:ext cx="64008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428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00200" y="42062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#4636 (feature flag cleanup) to Bea — good starter ticket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· Katch Cloud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24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Doug's 10 tickets — 7 to Bea, 3 QA tickets grouped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435608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35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FL-1 to FL-4 to Millicent — unblock Fuel Levy chain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847088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Timebox NS Audit — agree budget (e.g. 3 SP/sprint) with leadership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258568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58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240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Sprint 1 milestone — move or close 10 stale items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670048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70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651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design-feedback batch — pick 3–5 for Sprint 4, backlog rest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081528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81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063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scope reduction — 53 open items unsustainable, defer 10+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493008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493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Sprint 3 goals for remaining 7 days: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234440" y="3977640"/>
            <a:ext cx="7132320" cy="822960"/>
          </a:xfrm>
          <a:prstGeom prst="rect">
            <a:avLst/>
          </a:prstGeom>
          <a:solidFill>
            <a:srgbClr val="253270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40233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FL-5, FL-6, #4477, #4436, NS-1.1 discovery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Millicent: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FL-1/FL-2, ship #4586, fix #4567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 merged (#4636 or #4498), start #4565 and #4369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· Katch Cloud Engineering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Monday Meeting Prep — Sprint 3 Status</dc:title>
  <dc:subject>PptxGenJS Presentation</dc:subject>
  <dc:creator>Rob Wilde</dc:creator>
  <cp:lastModifiedBy>Rob Wilde</cp:lastModifiedBy>
  <cp:revision>1</cp:revision>
  <dcterms:created xsi:type="dcterms:W3CDTF">2026-04-11T02:36:37Z</dcterms:created>
  <dcterms:modified xsi:type="dcterms:W3CDTF">2026-04-11T02:36:37Z</dcterms:modified>
</cp:coreProperties>
</file>