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EC1B3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74320"/>
            <a:ext cx="22860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 Meeting Prep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Status  ·  Doug Farewell  ·  Quarterly Priorities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13, 2026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0"/>
            <a:ext cx="640080" cy="10058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124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Doug's Legacy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344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closed tickets, 10 open for handover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73352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73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550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Velocity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18745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breach impact, what's actually moved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03704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1854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Assignments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4048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underway, what's blocked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734056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734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715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Priorities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93522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Levy · Orders Experience · Refills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264408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&amp; Grouping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34655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unassigned items, grouping opportunities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776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Handover Checklist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3995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Must-dos before Monday close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325112"/>
            <a:ext cx="384048" cy="384048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4306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45262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decisions for Monday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Doug's Legacy — Orders Frontend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2286000" cy="100584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Closed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286000" cy="100584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286000" cy="100584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286000" cy="36576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Tenure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2606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table, routing, CRUD, scheduling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pricing, invoicing, charts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exports, internal notes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comparison charts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606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side panel &amp; orders 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forms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UI + scheduling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system for orders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0233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0233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Handover: </a:t>
            </a:r>
            <a:pPr indent="0" marL="0">
              <a:buNone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tickets need reassignment — lease decoupling (#4526) needs special discussion with Doug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3 Velocity — NS Breach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solidFill>
            <a:srgbClr val="2D121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54864" cy="502920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058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lost to NS breach recovery </a:t>
            </a:r>
            <a:pPr indent="0" marL="0">
              <a:buNone/>
            </a:pPr>
            <a:r>
              <a:rPr lang="en-US" sz="12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 of 14 closed items were reactive incident work (all Rob)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7373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1737360" cy="36576"/>
          </a:xfrm>
          <a:prstGeom prst="rect">
            <a:avLst/>
          </a:prstGeom>
          <a:solidFill>
            <a:srgbClr val="C8CDD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Closed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(since Apr 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17373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737360"/>
            <a:ext cx="1737360" cy="36576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Rob's Reactive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Fixes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17373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37360"/>
            <a:ext cx="17373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Goals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737360"/>
            <a:ext cx="17373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737360"/>
            <a:ext cx="17373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6656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Comparison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33375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items closed in 2 weeks (13 in final week alone)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a 1-week sprint for planned work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scope freeze approaching with zero goal progress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Load &amp; Current Assignments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548640"/>
                <a:gridCol w="43891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This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B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1B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FL-5, FL-6, NS audit, breach cleanup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C1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order updates, bug fixes, chores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 frontend (blocked), Orders UX tickets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need reassignment before departure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A8A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Unassigned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FL-1 to FL-4 blockers + 28 design tickets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triage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3931920"/>
            <a:ext cx="54864" cy="594360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319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issue: </a:t>
            </a:r>
            <a:pPr indent="0" marL="0"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has 53 open issues — sustainable is ~22 SP/sprint. Millicent has capacity to absorb FL backend tickets. Bea's 12 sprint items need trimming to 3–4 realistic targets.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Quarterly Priorities — Status Check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051560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70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Surcharge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49440" y="1170432"/>
            <a:ext cx="118872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tickets total. FL-1 to FL-4 (backend foundation) are unassigned and block everything. Rob's FL-5/FL-6 and all of Bea's frontend work are waiting.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FL-1 to FL-3 to Millicent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3172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Experience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2404872"/>
            <a:ext cx="11887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4048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built the core (47 tickets). Bea owns the epic. 28 new design-feedback tickets in backlog need triage. 3 new sub-epics created for UX improvements.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design-feedback batch — pick 3–5 for Sprint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566160"/>
            <a:ext cx="54864" cy="1051560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Refills in Cloud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49440" y="3639312"/>
            <a:ext cx="118872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36393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sub-tickets under NS Epic 1. Discovery (#4309) sitting since Sprint 1. Depends on NS Epic 0 Foundation which is also still open.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2976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to complete NS-1.1 discovery this sprint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 — 48 Unassigned Items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groupings identified for batch triage: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2377440" cy="36576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35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453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Feedback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epics: Rentals List, Rental Form, Order Detail. All from design review.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25880"/>
            <a:ext cx="23774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35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23360" y="1453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Audit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 tasks (#4536-4539). Half-day focused effort.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25880"/>
            <a:ext cx="2377440" cy="36576"/>
          </a:xfrm>
          <a:prstGeom prst="rect">
            <a:avLst/>
          </a:prstGeom>
          <a:solidFill>
            <a:srgbClr val="FF3D54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435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453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Levy 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FL-1 to FL-4 — critical blockers. Assign to Millicent.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83464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834640"/>
            <a:ext cx="2377440" cy="36576"/>
          </a:xfrm>
          <a:prstGeom prst="rect">
            <a:avLst/>
          </a:prstGeom>
          <a:solidFill>
            <a:srgbClr val="7A8A9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2962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Cleanup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337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SSID Bank, Sigfox refs, consolidate tenant. Tech debt day.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83464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834640"/>
            <a:ext cx="23774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23360" y="2962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3337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 11s, assets query. Pair programming session.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377440" cy="1280160"/>
          </a:xfrm>
          <a:prstGeom prst="rect">
            <a:avLst/>
          </a:prstGeom>
          <a:solidFill>
            <a:srgbClr val="1A253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34640"/>
            <a:ext cx="2377440" cy="36576"/>
          </a:xfrm>
          <a:prstGeom prst="rect">
            <a:avLst/>
          </a:prstGeom>
          <a:solidFill>
            <a:srgbClr val="C8CDD0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9443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29626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337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Misc: cutoff time, unschedule endpoint, billing backpopulate.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Doug Handover — Monday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33856"/>
            <a:ext cx="64008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33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109728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10 open tickets are documented for Bea to pick 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4008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60934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on #4526 (lease decoupling) — architecturally complex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57984"/>
            <a:ext cx="64008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579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12140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Rainforest QA test access and credentials documented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640080" cy="25603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70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263347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recordings confirmed in SharePoint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82112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821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14553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tribal knowledge about Orders frontend state management?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694176"/>
            <a:ext cx="640080" cy="256032"/>
          </a:xfrm>
          <a:prstGeom prst="rect">
            <a:avLst/>
          </a:prstGeom>
          <a:solidFill>
            <a:srgbClr val="7A8A9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94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65760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Rainforest QA tickets (#4473-4475) into single effort for Bea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64008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416966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#4636 (feature flag cleanup) to Bea — good starter ticket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 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78408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78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Doug's 10 tickets — 7 to Bea, 3 QA tickets grouped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380744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807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3624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FL-1 to FL-4 to Millicent — unblock Fuel Levy chain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7647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Timebox NS Audit — agree budget (e.g. 3 SP/sprint) with leadership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185416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854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16712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Sprint 1 milestone — move or close 10 stale items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2587752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5694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design-feedback batch — pick 3–5 for Sprint 4, backlog rest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2990088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9900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9718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scope reduction — 53 open items unsustainable, defer 10+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392424"/>
            <a:ext cx="310896" cy="310896"/>
          </a:xfrm>
          <a:prstGeom prst="ellipse">
            <a:avLst/>
          </a:prstGeom>
          <a:solidFill>
            <a:srgbClr val="EC1B3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92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3741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Sprint 3 goals for remaining 7 days: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234440" y="3840480"/>
            <a:ext cx="7132320" cy="777240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4440" y="3840480"/>
            <a:ext cx="54864" cy="777240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27" name="Text 25"/>
          <p:cNvSpPr/>
          <p:nvPr/>
        </p:nvSpPr>
        <p:spPr>
          <a:xfrm>
            <a:off x="1463040" y="38862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FL-5, FL-6, #4477, #4436, NS-1.1 discovery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Millicent: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FL-1/FL-2, ship #4586, fix #4567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C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 merged (#4636 or #4498), start #4565 and #4369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17720"/>
            <a:ext cx="22860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Konvoy Kegs  ·  Katch Cloud Engineering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2743200" cy="4686300"/>
          </a:xfrm>
          <a:prstGeom prst="rect">
            <a:avLst/>
          </a:prstGeom>
          <a:solidFill>
            <a:srgbClr val="EC1B34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109728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C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731520" y="1371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8CD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breaker one-nine, this here's the Rubber Duck...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 — </a:t>
            </a:r>
            <a:pPr indent="0" marL="0">
              <a:buNone/>
            </a:pPr>
            <a:r>
              <a:rPr lang="en-US" sz="1600" dirty="0">
                <a:solidFill>
                  <a:srgbClr val="E4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the road we're all driving on now. 47 tickets, an entire Orders frontend, and the foundation this team will build on for years.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set off on a new highway of discovery.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3886200"/>
            <a:ext cx="5029200" cy="36576"/>
          </a:xfrm>
          <a:prstGeom prst="rect">
            <a:avLst/>
          </a:prstGeom>
          <a:solidFill>
            <a:srgbClr val="EC1B34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023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got a great big convoy, rockin' through the night"</a:t>
            </a:r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1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C.W. McCall, Convoy (1978)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1645920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 Meeting Prep — Sprint 3 Status</dc:title>
  <dc:subject>PptxGenJS Presentation</dc:subject>
  <dc:creator>Rob Wilde</dc:creator>
  <cp:lastModifiedBy>Rob Wilde</cp:lastModifiedBy>
  <cp:revision>1</cp:revision>
  <dcterms:created xsi:type="dcterms:W3CDTF">2026-04-11T04:10:23Z</dcterms:created>
  <dcterms:modified xsi:type="dcterms:W3CDTF">2026-04-11T04:10:23Z</dcterms:modified>
</cp:coreProperties>
</file>